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5029200" cy="50292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120640"/>
            <a:ext cx="5029200" cy="5029200"/>
          </a:xfrm>
          <a:prstGeom prst="ellipse">
            <a:avLst/>
          </a:prstGeom>
          <a:solidFill>
            <a:srgbClr val="232B6B"/>
          </a:solidFill>
          <a:ln/>
        </p:spPr>
      </p:sp>
      <p:pic>
        <p:nvPicPr>
          <p:cNvPr id="4" name="Image 0" descr="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PRESENTATION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21792" y="25146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Service Internship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2918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Elderly Care &amp; Animal Welfare Program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886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Four-Week Internship at Ram Lal Vriddhashram Evam Gaushala, Greater Noida, Uttar Pradesh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4526280"/>
            <a:ext cx="1920240" cy="0"/>
          </a:xfrm>
          <a:prstGeom prst="line">
            <a:avLst/>
          </a:prstGeom>
          <a:noFill/>
          <a:ln w="25400">
            <a:solidFill>
              <a:srgbClr val="C996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Shourya Rai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5074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25SCSS1003001695  |  B.Tech CSE (Cloud Computing)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53766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•  Duration: Four Weeks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5120640"/>
            <a:ext cx="4114800" cy="41148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4" name="Shape 2"/>
          <p:cNvSpPr/>
          <p:nvPr/>
        </p:nvSpPr>
        <p:spPr>
          <a:xfrm>
            <a:off x="1234440" y="1005840"/>
            <a:ext cx="822960" cy="822960"/>
          </a:xfrm>
          <a:prstGeom prst="ellipse">
            <a:avLst/>
          </a:prstGeom>
          <a:solidFill>
            <a:srgbClr val="2B35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34440" y="1005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198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2057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Shourya Rai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27432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Computer Science &amp; Engineering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(Cloud Computing Specialization)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7033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STUDENT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8229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657600" y="17830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🆔</a:t>
            </a:r>
            <a:endParaRPr lang="en-US" sz="1364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764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20208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25SCSS1003001695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55280" y="17830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95528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</a:t>
            </a:r>
            <a:endParaRPr lang="en-US" sz="1364" dirty="0"/>
          </a:p>
        </p:txBody>
      </p:sp>
      <p:sp>
        <p:nvSpPr>
          <p:cNvPr id="16" name="Text 14"/>
          <p:cNvSpPr txBox="1"/>
          <p:nvPr/>
        </p:nvSpPr>
        <p:spPr>
          <a:xfrm>
            <a:off x="8686800" y="1764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686800" y="202082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0" y="288036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657600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</a:t>
            </a:r>
            <a:endParaRPr lang="en-US" sz="1364" dirty="0"/>
          </a:p>
        </p:txBody>
      </p:sp>
      <p:sp>
        <p:nvSpPr>
          <p:cNvPr id="20" name="Text 18"/>
          <p:cNvSpPr txBox="1"/>
          <p:nvPr/>
        </p:nvSpPr>
        <p:spPr>
          <a:xfrm>
            <a:off x="4389120" y="2862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&amp; SPECIALIZATION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389120" y="31181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Engg. — Cloud Computing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955280" y="288036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955280" y="2880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1364" dirty="0"/>
          </a:p>
        </p:txBody>
      </p:sp>
      <p:sp>
        <p:nvSpPr>
          <p:cNvPr id="24" name="Text 22"/>
          <p:cNvSpPr txBox="1"/>
          <p:nvPr/>
        </p:nvSpPr>
        <p:spPr>
          <a:xfrm>
            <a:off x="8686800" y="2862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686800" y="31181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Semester, 2nd Year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0" y="397764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65760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📆</a:t>
            </a:r>
            <a:endParaRPr lang="en-US" sz="1364" dirty="0"/>
          </a:p>
        </p:txBody>
      </p:sp>
      <p:sp>
        <p:nvSpPr>
          <p:cNvPr id="28" name="Text 26"/>
          <p:cNvSpPr txBox="1"/>
          <p:nvPr/>
        </p:nvSpPr>
        <p:spPr>
          <a:xfrm>
            <a:off x="4389120" y="39593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389120" y="421538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Weeks — June 2026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955280" y="397764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95528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1364" dirty="0"/>
          </a:p>
        </p:txBody>
      </p:sp>
      <p:sp>
        <p:nvSpPr>
          <p:cNvPr id="32" name="Text 30"/>
          <p:cNvSpPr txBox="1"/>
          <p:nvPr/>
        </p:nvSpPr>
        <p:spPr>
          <a:xfrm>
            <a:off x="8686800" y="39593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LOCATION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686800" y="421538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Uttar Pradesh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Four-Week Social Service Internship  •  Shourya Rai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ORGANIZATION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 Lal Vriddhashram Evam Gaushala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Lal Vriddhashram Evam Gaushala is a social welfare institution with a centre located in Greater Noida, Uttar Pradesh. It combines an elderly care home (vriddhashram) with a gaushala (cow shelter), operating as a centre for elderly care, animal welfare, and community service.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3375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43100" y="301752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943100" y="3017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</a:t>
            </a:r>
            <a:endParaRPr lang="en-US" sz="176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86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Care Home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2519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shelter, daily care, and support to elderly residents living at the facility.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2697480"/>
            <a:ext cx="33375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00700" y="301752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00700" y="3017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</a:t>
            </a:r>
            <a:endParaRPr lang="en-US" sz="176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3886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Gaushala (Animal Shelter)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42519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Houses and cares for cows kept at the facility, alongside other animals on the premises.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0" y="2697480"/>
            <a:ext cx="33375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258300" y="301752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58300" y="3017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176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3886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183880" y="42519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Located near Amity Road, Knowledge Park-2, Greater Noida, Uttar Pradesh.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Four-Week Social Service Internship  •  Shourya Rai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&amp; 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Hands-On Social Service Experience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607040" cy="1051560"/>
          </a:xfrm>
          <a:prstGeom prst="roundRect">
            <a:avLst>
              <a:gd name="adj" fmla="val 5217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part of the B.Tech curriculum, this four-week internship provided an opportunity to step outside the classroom and engage directly in social-service work — supporting elderly residents and helping care for cows at a community welfare institution in Greater Noida. The experience centered on responsibility, teamwork, empathy, and social awareness, rather than any technical or software-development activity.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focused on three connected areas of engagement: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520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Care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794760" y="352044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251960" y="3520440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51960" y="3520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 Care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352044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863840" y="3520440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63840" y="35204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Growth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Four-Week Social Service Internship  •  Shourya Rai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Internship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3375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🤲</a:t>
            </a:r>
            <a:endParaRPr lang="en-US" sz="121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231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Elderly Residents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734056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elderly residents with daily activities and routine tasks.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3375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8288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🐄</a:t>
            </a:r>
            <a:endParaRPr lang="en-US" sz="121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4231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 Care &amp; Feeding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734056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responsibly in the daily feeding and general care of cows.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55280" y="1600200"/>
            <a:ext cx="33375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83880" y="18288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838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21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24231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Service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2734056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to the day-to-day functioning of a community welfare institution.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474720"/>
            <a:ext cx="33375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37033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21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2976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 &amp; Collaboration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4608576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alongside staff and fellow volunteers to share daily responsibilities.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97680" y="3474720"/>
            <a:ext cx="33375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37033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262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</a:t>
            </a:r>
            <a:endParaRPr lang="en-US" sz="121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2976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&amp; Compassion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4608576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empathy through direct, personal interaction with elderly residents.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955280" y="3474720"/>
            <a:ext cx="3337560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83880" y="37033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1838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1210" dirty="0"/>
          </a:p>
        </p:txBody>
      </p:sp>
      <p:sp>
        <p:nvSpPr>
          <p:cNvPr id="32" name="Text 30"/>
          <p:cNvSpPr txBox="1"/>
          <p:nvPr/>
        </p:nvSpPr>
        <p:spPr>
          <a:xfrm>
            <a:off x="8183880" y="429768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Awareness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4608576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deeper understanding of social responsibility and community needs.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Four-Week Social Service Internship  •  Shourya Rai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CARE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Assisting Elderly Residents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43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1907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Assistance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2996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Remained available to assist elderly residents of the ashram whenever required.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788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143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77063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Routine Support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08152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Helped residents with day-to-day routine activities as part of the daily schedule.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840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43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82219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Respectful Interaction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13308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patient, respectful communication in every interaction with residents.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38160" y="1737360"/>
            <a:ext cx="310896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66760" y="196596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Patience • Empathy</a:t>
            </a:r>
            <a:endParaRPr lang="en-US" sz="17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Respect • Responsibility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" y="4937760"/>
            <a:ext cx="10607040" cy="1005840"/>
          </a:xfrm>
          <a:prstGeom prst="roundRect">
            <a:avLst>
              <a:gd name="adj" fmla="val 5455"/>
            </a:avLst>
          </a:prstGeom>
          <a:solidFill>
            <a:srgbClr val="F4F6F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50749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learning: respectful communication is essential in an elderly-care setting — assistance should be provided with patience, dignity, and awareness of individual needs.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Four-Week Social Service Internship  •  Shourya Rai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 CARE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Caring for the Gaushala's Cows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part of the internship, spread across four weeks of hands-on daily involvement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116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Cow Feeding &amp; Care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33375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32004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🐄</a:t>
            </a:r>
            <a:endParaRPr lang="en-US" sz="121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7947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Feeding &amp; General Care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08736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Helped prepare and distribute fodder and ensured the cows had access to water each day.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0" y="2971800"/>
            <a:ext cx="33375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32004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2628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</a:t>
            </a:r>
            <a:endParaRPr lang="en-US" sz="121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37947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Cleanliness &amp; Upkeep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408736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the general upkeep and cleanliness of the area where the cows were kept.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55280" y="2971800"/>
            <a:ext cx="33375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83880" y="32004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18388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210" dirty="0"/>
          </a:p>
        </p:txBody>
      </p:sp>
      <p:sp>
        <p:nvSpPr>
          <p:cNvPr id="20" name="Text 18"/>
          <p:cNvSpPr txBox="1"/>
          <p:nvPr/>
        </p:nvSpPr>
        <p:spPr>
          <a:xfrm>
            <a:off x="8183880" y="37947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&amp; Routine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408736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Contributed to the same daily routine required to care for a large number of animals.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0749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role was limited to feeding and general care support — no veterinary or medical procedures were performed.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Four-Week Social Service Internship  •  Shourya Rai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TIMELINE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Four-Week Internship Journey — June 2026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14600" cy="2743200"/>
          </a:xfrm>
          <a:prstGeom prst="roundRect">
            <a:avLst>
              <a:gd name="adj" fmla="val 2545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9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121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7889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&amp; Settling In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33756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to the organization, its residents, and its daily cow-care routine.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1737360"/>
            <a:ext cx="2514600" cy="2743200"/>
          </a:xfrm>
          <a:prstGeom prst="roundRect">
            <a:avLst>
              <a:gd name="adj" fmla="val 2545"/>
            </a:avLst>
          </a:prstGeom>
          <a:solidFill>
            <a:srgbClr val="F4F6FB"/>
          </a:solidFill>
          <a:ln/>
        </p:spPr>
      </p:sp>
      <p:sp>
        <p:nvSpPr>
          <p:cNvPr id="11" name="Shape 9"/>
          <p:cNvSpPr/>
          <p:nvPr/>
        </p:nvSpPr>
        <p:spPr>
          <a:xfrm>
            <a:off x="3611880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1188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9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2121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27889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Care Focus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333756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 in daily assistance and routine-task support for the ashram's residents.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1737360"/>
            <a:ext cx="2514600" cy="2743200"/>
          </a:xfrm>
          <a:prstGeom prst="roundRect">
            <a:avLst>
              <a:gd name="adj" fmla="val 2545"/>
            </a:avLst>
          </a:prstGeom>
          <a:solidFill>
            <a:srgbClr val="F4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5080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5508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9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2121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27889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 Care Focus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333756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Participated in feeding, cleaning, and general care of the cows at the gaushala.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869680" y="1737360"/>
            <a:ext cx="2514600" cy="2743200"/>
          </a:xfrm>
          <a:prstGeom prst="roundRect">
            <a:avLst>
              <a:gd name="adj" fmla="val 2545"/>
            </a:avLst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9098280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09828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9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9829800" y="2121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098280" y="27889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Conclusion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9098280" y="333756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combined elderly and cow-care duties, reflecting on the experience.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Four-Week Social Service Internship  •  Shourya Rai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DEVELOPMENT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and Personal Development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20040" cy="320040"/>
          </a:xfrm>
          <a:prstGeom prst="ellipse">
            <a:avLst/>
          </a:prstGeom>
          <a:solidFill>
            <a:srgbClr val="C996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691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&amp; Compassion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320040" cy="320040"/>
          </a:xfrm>
          <a:prstGeom prst="ellipse">
            <a:avLst/>
          </a:prstGeom>
          <a:solidFill>
            <a:srgbClr val="C996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09360" y="1737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1691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320040" cy="320040"/>
          </a:xfrm>
          <a:prstGeom prst="ellipse">
            <a:avLst/>
          </a:prstGeom>
          <a:solidFill>
            <a:srgbClr val="C996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304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25856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2304288"/>
            <a:ext cx="320040" cy="320040"/>
          </a:xfrm>
          <a:prstGeom prst="ellipse">
            <a:avLst/>
          </a:prstGeom>
          <a:solidFill>
            <a:srgbClr val="C996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9360" y="2304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25856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2871216"/>
            <a:ext cx="320040" cy="320040"/>
          </a:xfrm>
          <a:prstGeom prst="ellipse">
            <a:avLst/>
          </a:prstGeom>
          <a:solidFill>
            <a:srgbClr val="C996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28712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282549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09360" y="2871216"/>
            <a:ext cx="320040" cy="320040"/>
          </a:xfrm>
          <a:prstGeom prst="ellipse">
            <a:avLst/>
          </a:prstGeom>
          <a:solidFill>
            <a:srgbClr val="C9962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09360" y="28712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282549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3438144"/>
            <a:ext cx="320040" cy="320040"/>
          </a:xfrm>
          <a:prstGeom prst="ellipse">
            <a:avLst/>
          </a:prstGeom>
          <a:solidFill>
            <a:srgbClr val="C9962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34381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339242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489204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502920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personal qualities were built through daily, hands-on engagement with elderly residents and cows — beyond anything a classroom setting alone could offer.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Four-Week Social Service Internship  •  Shourya Rai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 Outcomes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33756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943100" y="2011680"/>
            <a:ext cx="731520" cy="731520"/>
          </a:xfrm>
          <a:prstGeom prst="ellipse">
            <a:avLst/>
          </a:prstGeom>
          <a:solidFill>
            <a:srgbClr val="2B356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4310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🐄</a:t>
            </a:r>
            <a:endParaRPr lang="en-US" sz="176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Cow-Care Experience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3375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hands-on exposure to the daily feeding and general care of cows at a gaushala.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33756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5600700" y="2011680"/>
            <a:ext cx="731520" cy="731520"/>
          </a:xfrm>
          <a:prstGeom prst="ellipse">
            <a:avLst/>
          </a:prstGeom>
          <a:solidFill>
            <a:srgbClr val="2B356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0070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176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Awareness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3375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stronger understanding of social responsibility, built through service to elderly residents.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55280" y="1691640"/>
            <a:ext cx="333756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9258300" y="2011680"/>
            <a:ext cx="731520" cy="731520"/>
          </a:xfrm>
          <a:prstGeom prst="ellipse">
            <a:avLst/>
          </a:prstGeom>
          <a:solidFill>
            <a:srgbClr val="2B356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5830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76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Community-Service Experience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33375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experience contributing to the daily functioning of a community welfare institution.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343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the internship strengthened both personal values and a sense of social responsibility.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Four-Week Social Service Internship  •  Shourya Rai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Learning Experience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4767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121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74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Kind of Environment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2402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Adjusting to a hands-on, non-technical service setting, quite different from regular academic coursework.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1206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94767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🐄</a:t>
            </a:r>
            <a:endParaRPr lang="en-US" sz="121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1874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of Daily Care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22402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patience and consistency in the daily feeding and care of the cows required regular attention.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51206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63931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3639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121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566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Responsibilities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9319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time between elderly-assistance duties and cow-care activities within the same day.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3383280"/>
            <a:ext cx="51206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363931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5080" y="3639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</a:t>
            </a:r>
            <a:endParaRPr lang="en-US" sz="121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3566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Confidence &amp; Comfort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39319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more comfortable and confident while interacting closely with elderly residents.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Four-Week Social Service Internship  •  Shourya Rai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EXPERIENCE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Meaningful Month of Growth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four-week internship was a meaningful and enriching experience. It gave me an opportunity to work in an environment centred on care, welfare, and community participation — different from my regular B.Tech coursework and a valuable practical addition to my personal development.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146304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743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31720" y="2743200"/>
            <a:ext cx="1865376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331720" y="274320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25696" y="2743200"/>
            <a:ext cx="1261872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25696" y="274320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16168" y="2743200"/>
            <a:ext cx="1764792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16168" y="2743200"/>
            <a:ext cx="1764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09560" y="2743200"/>
            <a:ext cx="1261872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909560" y="274320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400032" y="2743200"/>
            <a:ext cx="2066544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400032" y="274320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Awareness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749040"/>
            <a:ext cx="1060704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393192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“Overall, the internship improved my confidence and helped me appreciate the value of contributing positively through practical service — reinforcing that education develops not only academic knowledge but also personal values and transferable skills.”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Four-Week Social Service Internship  •  Shourya Rai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Verification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607040" cy="4206240"/>
          </a:xfrm>
          <a:prstGeom prst="roundRect">
            <a:avLst>
              <a:gd name="adj" fmla="val 1739"/>
            </a:avLst>
          </a:prstGeom>
          <a:solidFill>
            <a:srgbClr val="232B6B"/>
          </a:solidFill>
          <a:ln w="12700">
            <a:solidFill>
              <a:srgbClr val="3B437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2F387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7647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176479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Lal Vriddhashram Evam Gaushala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" y="2350008"/>
            <a:ext cx="10149840" cy="0"/>
          </a:xfrm>
          <a:prstGeom prst="line">
            <a:avLst/>
          </a:prstGeom>
          <a:noFill/>
          <a:ln w="9525">
            <a:solidFill>
              <a:srgbClr val="3B437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569464"/>
            <a:ext cx="457200" cy="457200"/>
          </a:xfrm>
          <a:prstGeom prst="ellipse">
            <a:avLst/>
          </a:prstGeom>
          <a:solidFill>
            <a:srgbClr val="2F387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255117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2551176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Uttar Pradesh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68680" y="3136392"/>
            <a:ext cx="10149840" cy="0"/>
          </a:xfrm>
          <a:prstGeom prst="line">
            <a:avLst/>
          </a:prstGeom>
          <a:noFill/>
          <a:ln w="9525">
            <a:solidFill>
              <a:srgbClr val="3B437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3355848"/>
            <a:ext cx="457200" cy="457200"/>
          </a:xfrm>
          <a:prstGeom prst="ellipse">
            <a:avLst/>
          </a:prstGeom>
          <a:solidFill>
            <a:srgbClr val="2F387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📆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337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023360" y="3337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Weeks — June 2026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68680" y="3922776"/>
            <a:ext cx="10149840" cy="0"/>
          </a:xfrm>
          <a:prstGeom prst="line">
            <a:avLst/>
          </a:prstGeom>
          <a:noFill/>
          <a:ln w="9525">
            <a:solidFill>
              <a:srgbClr val="3B437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142232"/>
            <a:ext cx="457200" cy="457200"/>
          </a:xfrm>
          <a:prstGeom prst="ellipse">
            <a:avLst/>
          </a:prstGeom>
          <a:solidFill>
            <a:srgbClr val="2F387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412394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OF INTERNSHIP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023360" y="4123944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Service — Elderly Care &amp; Animal Welfare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68680" y="4709160"/>
            <a:ext cx="10149840" cy="0"/>
          </a:xfrm>
          <a:prstGeom prst="line">
            <a:avLst/>
          </a:prstGeom>
          <a:noFill/>
          <a:ln w="9525">
            <a:solidFill>
              <a:srgbClr val="3B437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4928616"/>
            <a:ext cx="457200" cy="457200"/>
          </a:xfrm>
          <a:prstGeom prst="ellipse">
            <a:avLst/>
          </a:prstGeom>
          <a:solidFill>
            <a:srgbClr val="2F387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68680" y="4928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49103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023360" y="491032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completion issued by the organization confirming participation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Four-Week Social Service Internship  •  Shourya Rai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Four-Week Social Service Internship  •  Shourya Rai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&amp; VERIFICATION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Certificate &amp; Verification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27048"/>
            <a:ext cx="2977458" cy="4626864"/>
          </a:xfrm>
          <a:prstGeom prst="roundRect">
            <a:avLst>
              <a:gd name="adj" fmla="val 153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pic>
        <p:nvPicPr>
          <p:cNvPr id="5" name="Image 0" descr="certifica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00200"/>
            <a:ext cx="2831154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928434" y="1600200"/>
            <a:ext cx="74101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DETAILS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928434" y="205740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928434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🆔</a:t>
            </a:r>
            <a:endParaRPr lang="en-US" sz="1210" dirty="0"/>
          </a:p>
        </p:txBody>
      </p:sp>
      <p:sp>
        <p:nvSpPr>
          <p:cNvPr id="9" name="Text 6"/>
          <p:cNvSpPr txBox="1"/>
          <p:nvPr/>
        </p:nvSpPr>
        <p:spPr>
          <a:xfrm>
            <a:off x="4614234" y="2039112"/>
            <a:ext cx="67243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614234" y="2295144"/>
            <a:ext cx="67243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Shourya Rai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928434" y="28803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928434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1210" dirty="0"/>
          </a:p>
        </p:txBody>
      </p:sp>
      <p:sp>
        <p:nvSpPr>
          <p:cNvPr id="13" name="Text 10"/>
          <p:cNvSpPr txBox="1"/>
          <p:nvPr/>
        </p:nvSpPr>
        <p:spPr>
          <a:xfrm>
            <a:off x="4614234" y="2862072"/>
            <a:ext cx="67243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614234" y="3118104"/>
            <a:ext cx="67243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25SCSS1003001695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928434" y="37033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928434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1210" dirty="0"/>
          </a:p>
        </p:txBody>
      </p:sp>
      <p:sp>
        <p:nvSpPr>
          <p:cNvPr id="17" name="Text 14"/>
          <p:cNvSpPr txBox="1"/>
          <p:nvPr/>
        </p:nvSpPr>
        <p:spPr>
          <a:xfrm>
            <a:off x="4614234" y="3685032"/>
            <a:ext cx="67243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ORGANIZATION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614234" y="3941064"/>
            <a:ext cx="67243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Lal Vriddhashram Evam Gaushala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928434" y="45262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928434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📆</a:t>
            </a:r>
            <a:endParaRPr lang="en-US" sz="1210" dirty="0"/>
          </a:p>
        </p:txBody>
      </p:sp>
      <p:sp>
        <p:nvSpPr>
          <p:cNvPr id="21" name="Text 18"/>
          <p:cNvSpPr txBox="1"/>
          <p:nvPr/>
        </p:nvSpPr>
        <p:spPr>
          <a:xfrm>
            <a:off x="4614234" y="4507992"/>
            <a:ext cx="67243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4614234" y="4764024"/>
            <a:ext cx="67243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Weeks — June 2026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928434" y="534924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928434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210" dirty="0"/>
          </a:p>
        </p:txBody>
      </p:sp>
      <p:sp>
        <p:nvSpPr>
          <p:cNvPr id="25" name="Text 22"/>
          <p:cNvSpPr txBox="1"/>
          <p:nvPr/>
        </p:nvSpPr>
        <p:spPr>
          <a:xfrm>
            <a:off x="4614234" y="5330952"/>
            <a:ext cx="67243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4614234" y="5586984"/>
            <a:ext cx="67243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Completion Certificate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Four-Week Social Service Internship  •  Shourya Rai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&amp; VERIFICATION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Receiving the Internship Certificate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457625" y="1435608"/>
            <a:ext cx="3276445" cy="4306824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pic>
        <p:nvPicPr>
          <p:cNvPr id="5" name="Image 0" descr="handover_phot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0777" y="1508760"/>
            <a:ext cx="3130141" cy="4160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89788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taken at the time of receiving the certificate from the organization.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Four-Week Social Service Internship  •  Shourya Rai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5029200" cy="5029200"/>
          </a:xfrm>
          <a:prstGeom prst="ellipse">
            <a:avLst/>
          </a:prstGeom>
          <a:solidFill>
            <a:srgbClr val="161C4A"/>
          </a:solidFill>
          <a:ln/>
        </p:spPr>
      </p:sp>
      <p:sp>
        <p:nvSpPr>
          <p:cNvPr id="3" name="Shape 1"/>
          <p:cNvSpPr/>
          <p:nvPr/>
        </p:nvSpPr>
        <p:spPr>
          <a:xfrm>
            <a:off x="5184648" y="777240"/>
            <a:ext cx="18288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</p:spPr>
      </p:sp>
      <p:pic>
        <p:nvPicPr>
          <p:cNvPr id="4" name="Image 0" descr="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7528" y="96012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27048" y="28346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1527048" y="37033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rewarding month of empathy, responsibility, and community service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184648" y="4343400"/>
            <a:ext cx="1828800" cy="0"/>
          </a:xfrm>
          <a:prstGeom prst="line">
            <a:avLst/>
          </a:prstGeom>
          <a:noFill/>
          <a:ln w="25400">
            <a:solidFill>
              <a:srgbClr val="C996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527048" y="4526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Shourya Rai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527048" y="4846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25SCSS1003001695  |  IILM University, Greater Noida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527048" y="5120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Internship: Ram Lal Vriddhashram Evam Gaushala, Greater Noida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2026-08-30T17:24:34Z</dcterms:created>
  <dcterms:modified xsi:type="dcterms:W3CDTF">2026-08-30T17:24:34Z</dcterms:modified>
</cp:coreProperties>
</file>